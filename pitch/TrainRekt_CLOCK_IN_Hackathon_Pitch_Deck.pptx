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F5F7FA"/>
                </a:solidFill>
                <a:latin typeface="Aptos"/>
              </a:rPr>
              <a:t>TrainRekt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5BFFA8"/>
                </a:solidFill>
                <a:latin typeface="Aptos"/>
              </a:rPr>
              <a:t>Get rekt in training. Not on-chain.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0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A6AEBD"/>
                </a:solidFill>
                <a:latin typeface="Aptos"/>
              </a:rPr>
              <a:t>Interactive crypto decision &amp; wallet-safety training for Solana Mobile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3794760"/>
            <a:ext cx="9326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F5F7FA"/>
                </a:solidFill>
                <a:latin typeface="Aptos"/>
              </a:rPr>
              <a:t>Built for the real decisions users face before real money is at risk.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74920"/>
            <a:ext cx="9418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A6AEBD"/>
                </a:solidFill>
                <a:latin typeface="Aptos"/>
              </a:rPr>
              <a:t>Pascal Schaer  •  Solana Mobile CLOCK IN Hackathon  •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AEBD"/>
                </a:solidFill>
                <a:latin typeface="Aptos"/>
              </a:rPr>
              <a:t>TrainRekt  •  CLOCK IN Hackathon  •  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4088" y="1115568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AEBD"/>
                </a:solidFill>
                <a:latin typeface="Aptos"/>
              </a:rPr>
              <a:t>Crypto is easy to enter. Safe decision-making is much harder.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3520440" cy="3337560"/>
          </a:xfrm>
          <a:prstGeom prst="roundRect">
            <a:avLst/>
          </a:prstGeom>
          <a:solidFill>
            <a:srgbClr val="141820"/>
          </a:solidFill>
          <a:ln>
            <a:solidFill>
              <a:srgbClr val="26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3852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CD56"/>
                </a:solidFill>
                <a:latin typeface="Aptos"/>
              </a:rPr>
              <a:t>High-stakes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30632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Users face signatures, permissions, suspicious airdrops, leverage, position sizing and wallet activity—often before they understand the consequences.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737360"/>
            <a:ext cx="3520440" cy="3337560"/>
          </a:xfrm>
          <a:prstGeom prst="roundRect">
            <a:avLst/>
          </a:prstGeom>
          <a:solidFill>
            <a:srgbClr val="141820"/>
          </a:solidFill>
          <a:ln>
            <a:solidFill>
              <a:srgbClr val="26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3852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6767"/>
                </a:solidFill>
                <a:latin typeface="Aptos"/>
              </a:rPr>
              <a:t>Learning is expensive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423160"/>
            <a:ext cx="30632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A bad decision on-chain can cost real assets. Traditional educational content explains concepts, but rarely lets users practise the decision itself.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737360"/>
            <a:ext cx="3520440" cy="3337560"/>
          </a:xfrm>
          <a:prstGeom prst="roundRect">
            <a:avLst/>
          </a:prstGeom>
          <a:solidFill>
            <a:srgbClr val="141820"/>
          </a:solidFill>
          <a:ln>
            <a:solidFill>
              <a:srgbClr val="26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93852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BFFA8"/>
                </a:solidFill>
                <a:latin typeface="Aptos"/>
              </a:rPr>
              <a:t>Security is contextual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423160"/>
            <a:ext cx="30632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The same technical signal can deserve attention without automatically meaning “scam”. Users need judgement, not simplistic green/red labels.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AEBD"/>
                </a:solidFill>
                <a:latin typeface="Aptos"/>
              </a:rPr>
              <a:t>TrainRekt  •  CLOCK IN Hackathon  •  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The Solution: TrainRekt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4088" y="1115568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AEBD"/>
                </a:solidFill>
                <a:latin typeface="Aptos"/>
              </a:rPr>
              <a:t>Learn by deciding, not only by reading.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6AEBD"/>
                </a:solidFill>
                <a:latin typeface="Aptos"/>
              </a:rPr>
              <a:t>REALISTIC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182880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5BFFA8"/>
                </a:solidFill>
                <a:latin typeface="Aptos"/>
              </a:rP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82880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6AEBD"/>
                </a:solidFill>
                <a:latin typeface="Aptos"/>
              </a:rPr>
              <a:t>YOUR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82880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5BFFA8"/>
                </a:solidFill>
                <a:latin typeface="Aptos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6AEBD"/>
                </a:solidFill>
                <a:latin typeface="Aptos"/>
              </a:rPr>
              <a:t>EXPLANATION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182880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5BFFA8"/>
                </a:solidFill>
                <a:latin typeface="Aptos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82880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6AEBD"/>
                </a:solidFill>
                <a:latin typeface="Aptos"/>
              </a:rPr>
              <a:t>PROGRESS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514600"/>
            <a:ext cx="3429000" cy="2560320"/>
          </a:xfrm>
          <a:prstGeom prst="roundRect">
            <a:avLst/>
          </a:prstGeom>
          <a:solidFill>
            <a:srgbClr val="141820"/>
          </a:solidFill>
          <a:ln>
            <a:solidFill>
              <a:srgbClr val="26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715768"/>
            <a:ext cx="2971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BFFA8"/>
                </a:solidFill>
                <a:latin typeface="Aptos"/>
              </a:rPr>
              <a:t>Decision 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00400"/>
            <a:ext cx="2971800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Risk management • FOMO • profit taking • position sizing • leverage • panic selling • market interpretation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514600"/>
            <a:ext cx="3429000" cy="2560320"/>
          </a:xfrm>
          <a:prstGeom prst="roundRect">
            <a:avLst/>
          </a:prstGeom>
          <a:solidFill>
            <a:srgbClr val="141820"/>
          </a:solidFill>
          <a:ln>
            <a:solidFill>
              <a:srgbClr val="26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715768"/>
            <a:ext cx="2971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BFFA8"/>
                </a:solidFill>
                <a:latin typeface="Aptos"/>
              </a:rPr>
              <a:t>Wallet-Safety 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200400"/>
            <a:ext cx="2971800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Signature simulation • transaction inspection • permission challenges • scam detection • red-flag identification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2514600"/>
            <a:ext cx="3429000" cy="2560320"/>
          </a:xfrm>
          <a:prstGeom prst="roundRect">
            <a:avLst/>
          </a:prstGeom>
          <a:solidFill>
            <a:srgbClr val="141820"/>
          </a:solidFill>
          <a:ln>
            <a:solidFill>
              <a:srgbClr val="26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2715768"/>
            <a:ext cx="2971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BFFA8"/>
                </a:solidFill>
                <a:latin typeface="Aptos"/>
              </a:rPr>
              <a:t>Adaptive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3200400"/>
            <a:ext cx="2971800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Daily Training • Extra Practice • difficulty preference • XP • levels • skills • streaks • achievements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AEBD"/>
                </a:solidFill>
                <a:latin typeface="Aptos"/>
              </a:rPr>
              <a:t>TrainRekt  •  CLOCK IN Hackathon  •  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Real Solana Mobile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4088" y="1115568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AEBD"/>
                </a:solidFill>
                <a:latin typeface="Aptos"/>
              </a:rPr>
              <a:t>Real wallet context. Simulated high-risk actions.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303520" cy="3566160"/>
          </a:xfrm>
          <a:prstGeom prst="roundRect">
            <a:avLst/>
          </a:prstGeom>
          <a:solidFill>
            <a:srgbClr val="141820"/>
          </a:solidFill>
          <a:ln>
            <a:solidFill>
              <a:srgbClr val="26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38528"/>
            <a:ext cx="4846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BFFA8"/>
                </a:solidFill>
                <a:latin typeface="Aptos"/>
              </a:rPr>
              <a:t>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23160"/>
            <a:ext cx="4846320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• Solana Mobile Wallet Adapter authorization / connection
• Public wallet identity
• Read-only Solana RPC inspection
• SPL Token + Token-2022 account analysis
• Wallet-connected training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37360"/>
            <a:ext cx="5303520" cy="3566160"/>
          </a:xfrm>
          <a:prstGeom prst="roundRect">
            <a:avLst/>
          </a:prstGeom>
          <a:solidFill>
            <a:srgbClr val="141820"/>
          </a:solidFill>
          <a:ln>
            <a:solidFill>
              <a:srgbClr val="26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38528"/>
            <a:ext cx="4846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CD56"/>
                </a:solidFill>
                <a:latin typeface="Aptos"/>
              </a:rPr>
              <a:t>SIMULATED / SAFETY-BOUND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23160"/>
            <a:ext cx="4846320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• Signature decisions
• Transaction approval decisions
• Permission decisions
• Surprise Security Challenges
• No real asset transaction submission
• Real message signing disabled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57784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Standalone signed Android release physically smoke-tested on a Solana Seeker.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AEBD"/>
                </a:solidFill>
                <a:latin typeface="Aptos"/>
              </a:rPr>
              <a:t>TrainRekt  •  CLOCK IN Hackathon  •  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Learn From Your Wallet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4088" y="1115568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AEBD"/>
                </a:solidFill>
                <a:latin typeface="Aptos"/>
              </a:rPr>
              <a:t>Personalized security training from real read-only wallet signals.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2057400" cy="2057400"/>
          </a:xfrm>
          <a:prstGeom prst="roundRect">
            <a:avLst/>
          </a:prstGeom>
          <a:solidFill>
            <a:srgbClr val="141820"/>
          </a:solidFill>
          <a:ln>
            <a:solidFill>
              <a:srgbClr val="26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67128"/>
            <a:ext cx="1600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BFFA8"/>
                </a:solidFill>
                <a:latin typeface="Aptos"/>
              </a:rPr>
              <a:t>TRAIN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1600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Build decision 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24911" y="269748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5BFFA8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965960"/>
            <a:ext cx="2057400" cy="2057400"/>
          </a:xfrm>
          <a:prstGeom prst="roundRect">
            <a:avLst/>
          </a:prstGeom>
          <a:solidFill>
            <a:srgbClr val="141820"/>
          </a:solidFill>
          <a:ln>
            <a:solidFill>
              <a:srgbClr val="26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2167128"/>
            <a:ext cx="1600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CD56"/>
                </a:solidFill>
                <a:latin typeface="Aptos"/>
              </a:rPr>
              <a:t>CONNECT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651760"/>
            <a:ext cx="1600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Authorize a real Solana wallet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56631" y="269748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5BFFA8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1965960"/>
            <a:ext cx="2057400" cy="2057400"/>
          </a:xfrm>
          <a:prstGeom prst="roundRect">
            <a:avLst/>
          </a:prstGeom>
          <a:solidFill>
            <a:srgbClr val="141820"/>
          </a:solidFill>
          <a:ln>
            <a:solidFill>
              <a:srgbClr val="26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32120" y="2167128"/>
            <a:ext cx="1600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CD56"/>
                </a:solidFill>
                <a:latin typeface="Aptos"/>
              </a:rPr>
              <a:t>INSPECT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2651760"/>
            <a:ext cx="1600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Read public account &amp; mint signals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8352" y="269748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5BFFA8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1965960"/>
            <a:ext cx="2057400" cy="2057400"/>
          </a:xfrm>
          <a:prstGeom prst="roundRect">
            <a:avLst/>
          </a:prstGeom>
          <a:solidFill>
            <a:srgbClr val="141820"/>
          </a:solidFill>
          <a:ln>
            <a:solidFill>
              <a:srgbClr val="26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167128"/>
            <a:ext cx="1600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CD56"/>
                </a:solidFill>
                <a:latin typeface="Aptos"/>
              </a:rPr>
              <a:t>LEARN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651760"/>
            <a:ext cx="1600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Map signals to relevant lessons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72" y="269748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5BFFA8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66959" y="1965960"/>
            <a:ext cx="2057400" cy="2057400"/>
          </a:xfrm>
          <a:prstGeom prst="roundRect">
            <a:avLst/>
          </a:prstGeom>
          <a:solidFill>
            <a:srgbClr val="141820"/>
          </a:solidFill>
          <a:ln>
            <a:solidFill>
              <a:srgbClr val="26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95559" y="2167128"/>
            <a:ext cx="1600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BFFA8"/>
                </a:solidFill>
                <a:latin typeface="Aptos"/>
              </a:rPr>
              <a:t>IMPROVE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5559" y="2651760"/>
            <a:ext cx="1600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Strengthen weak skills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800600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Technical signals are educational review signals—not automatic scam or safety verdicts.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AEBD"/>
                </a:solidFill>
                <a:latin typeface="Aptos"/>
              </a:rPr>
              <a:t>TrainRekt  •  CLOCK IN Hackathon  •  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Built for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4088" y="1115568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AEBD"/>
                </a:solidFill>
                <a:latin typeface="Aptos"/>
              </a:rPr>
              <a:t>The training environment is deliberately separated from asset-moving actions.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474720" cy="3383280"/>
          </a:xfrm>
          <a:prstGeom prst="roundRect">
            <a:avLst/>
          </a:prstGeom>
          <a:solidFill>
            <a:srgbClr val="141820"/>
          </a:solidFill>
          <a:ln>
            <a:solidFill>
              <a:srgbClr val="26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38528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BFFA8"/>
                </a:solidFill>
                <a:latin typeface="Aptos"/>
              </a:rPr>
              <a:t>No key custody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23160"/>
            <a:ext cx="301752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TrainRekt does not handle seed phrases or private keys in app business logic.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688" y="1737360"/>
            <a:ext cx="3474720" cy="3383280"/>
          </a:xfrm>
          <a:prstGeom prst="roundRect">
            <a:avLst/>
          </a:prstGeom>
          <a:solidFill>
            <a:srgbClr val="141820"/>
          </a:solidFill>
          <a:ln>
            <a:solidFill>
              <a:srgbClr val="26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1938528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BFFA8"/>
                </a:solidFill>
                <a:latin typeface="Aptos"/>
              </a:rPr>
              <a:t>Read-only inspection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2423160"/>
            <a:ext cx="301752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Wallet Safety uses public Solana/RPC information for educational analysis without submitting asset transactions.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1737360"/>
            <a:ext cx="3474720" cy="3383280"/>
          </a:xfrm>
          <a:prstGeom prst="roundRect">
            <a:avLst/>
          </a:prstGeom>
          <a:solidFill>
            <a:srgbClr val="141820"/>
          </a:solidFill>
          <a:ln>
            <a:solidFill>
              <a:srgbClr val="26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0456" y="1938528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BFFA8"/>
                </a:solidFill>
                <a:latin typeface="Aptos"/>
              </a:rPr>
              <a:t>Explicit boundaries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0456" y="2423160"/>
            <a:ext cx="301752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Training approvals and signatures are simulated. Sensitive MWA authorization data is kept in memory; local disconnect clears app wallet state.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486400"/>
            <a:ext cx="1014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A6AEBD"/>
                </a:solidFill>
                <a:latin typeface="Aptos"/>
              </a:rPr>
              <a:t>Architecture: routes/screens → components → hooks/context → domain → services/storage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AEBD"/>
                </a:solidFill>
                <a:latin typeface="Aptos"/>
              </a:rPr>
              <a:t>TrainRekt  •  CLOCK IN Hackathon  •  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The Builder — Pascal Schaer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4088" y="1115568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AEBD"/>
                </a:solidFill>
                <a:latin typeface="Aptos"/>
              </a:rPr>
              <a:t>Software Developer · .NET · Angular · Solana / Web3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6537960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5F7FA"/>
                </a:solidFill>
                <a:latin typeface="Aptos"/>
              </a:rPr>
              <a:t>I have spent more than 10 years building software professionally.
I wanted to combine that experience with my interest in crypto and take a serious step into Web3 and Solana development. Instead of waiting for an opportunity, I decided to create one.
TrainRekt is the result: from idea to a working Solana Mobile application running on a real Seeker.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26679" y="1600200"/>
            <a:ext cx="3611880" cy="3520440"/>
          </a:xfrm>
          <a:prstGeom prst="roundRect">
            <a:avLst/>
          </a:prstGeom>
          <a:solidFill>
            <a:srgbClr val="141820"/>
          </a:solidFill>
          <a:ln>
            <a:solidFill>
              <a:srgbClr val="26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801368"/>
            <a:ext cx="3154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BFFA8"/>
                </a:solidFill>
                <a:latin typeface="Aptos"/>
              </a:rPr>
              <a:t>Core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2286000"/>
            <a:ext cx="31546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10+ years software development
C# / .NET
Angular / TypeScript
Software architecture
Solana / Web3
AI-assisted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BFFA8"/>
                </a:solidFill>
                <a:latin typeface="Aptos"/>
              </a:rPr>
              <a:t>Open to opportunities in Software Engineering, Web3 and Solana.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AEBD"/>
                </a:solidFill>
                <a:latin typeface="Aptos"/>
              </a:rPr>
              <a:t>TrainRekt  •  CLOCK IN Hackathon  •  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43000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>
                <a:solidFill>
                  <a:srgbClr val="F5F7FA"/>
                </a:solidFill>
                <a:latin typeface="Aptos"/>
              </a:rPr>
              <a:t>Train Before It Costs You.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BFFA8"/>
                </a:solidFill>
                <a:latin typeface="Aptos"/>
              </a:rPr>
              <a:t>Train → Connect → Inspect → Learn → Improve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971800"/>
            <a:ext cx="9692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5F7FA"/>
                </a:solidFill>
                <a:latin typeface="Aptos"/>
              </a:rPr>
              <a:t>TrainRekt turns real crypto decision patterns and read-only wallet context into practical training—without telling users what to buy and without putting real assets at risk.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89120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5BFFA8"/>
                </a:solidFill>
                <a:latin typeface="Aptos"/>
              </a:rPr>
              <a:t>Get rekt in training. Not on-chain.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257800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A6AEBD"/>
                </a:solidFill>
                <a:latin typeface="Aptos"/>
              </a:rPr>
              <a:t>github.com/simbabalu/TrainRekt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AEBD"/>
                </a:solidFill>
                <a:latin typeface="Aptos"/>
              </a:rPr>
              <a:t>TrainRekt  •  CLOCK IN Hackathon  •  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